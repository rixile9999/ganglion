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589520" y="-274320"/>
            <a:ext cx="5120640" cy="7498079"/>
          </a:xfrm>
          <a:prstGeom prst="parallelogram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732520" y="-365760"/>
            <a:ext cx="3474720" cy="7589520"/>
          </a:xfrm>
          <a:prstGeom prst="parallelogram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66928"/>
            <a:ext cx="14447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M1-M3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6634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RLM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6126480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ple SD Gothic Neo"/>
              </a:rPr>
              <a:t>Compact DSL로</a:t>
            </a:r>
            <a:br/>
            <a:r>
              <a:rPr sz="3000" b="1">
                <a:solidFill>
                  <a:srgbClr val="FFFFFF"/>
                </a:solidFill>
                <a:latin typeface="Apple SD Gothic Neo"/>
              </a:rPr>
              <a:t>Tool Calling 비용 줄이기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657600"/>
            <a:ext cx="5577840" cy="8686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E2E8F0"/>
                </a:solidFill>
                <a:latin typeface="Apple SD Gothic Neo"/>
              </a:rPr>
              <a:t>전체 tool schema를 매번 보내는 대신,</a:t>
            </a:r>
            <a:br/>
            <a:r>
              <a:rPr sz="1800" b="0">
                <a:solidFill>
                  <a:srgbClr val="E2E8F0"/>
                </a:solidFill>
                <a:latin typeface="Apple SD Gothic Neo"/>
              </a:rPr>
              <a:t>짧은 IR을 생성하고 validator가 안전하게 tool call로 변환한다.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User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01952"/>
            <a:ext cx="1298448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Compact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DSL Catalog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901952"/>
            <a:ext cx="1298448" cy="1005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JSON 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01952"/>
            <a:ext cx="1298448" cy="1005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4462272"/>
            <a:ext cx="1298448" cy="1005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6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Tool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4462272"/>
            <a:ext cx="1298448" cy="1005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69924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9088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229600" y="1993392"/>
            <a:ext cx="2212848" cy="1755647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178808"/>
            <a:ext cx="566928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73952" y="5230368"/>
            <a:ext cx="498348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20" b="1">
                <a:solidFill>
                  <a:srgbClr val="E2E8F0"/>
                </a:solidFill>
                <a:latin typeface="Apple SD Gothic Neo"/>
              </a:rPr>
              <a:t>짧은 계획은 모델이 만들고,</a:t>
            </a:r>
            <a:br/>
            <a:r>
              <a:rPr sz="1320" b="1">
                <a:solidFill>
                  <a:srgbClr val="E2E8F0"/>
                </a:solidFill>
                <a:latin typeface="Apple SD Gothic Neo"/>
              </a:rPr>
              <a:t>안전한 실행 형식은 deterministic layer가 책임진다.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Compact IR for Tool Calling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ple SD Gothic Ne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645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</a:rPr>
              <a:t>문제 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8521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ple SD Gothic Neo"/>
              </a:rPr>
              <a:t>Tool Calling의 숨은 세금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89888"/>
            <a:ext cx="795527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34155"/>
                </a:solidFill>
                <a:latin typeface="Apple SD Gothic Neo"/>
              </a:rPr>
              <a:t>도구가 많아질수록 모델은 사용하지 않을 schema까지 매 요청마다 읽는다.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331720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F172A"/>
                </a:solidFill>
                <a:latin typeface="Apple SD Gothic Neo"/>
              </a:rPr>
              <a:t>User prompt</a:t>
            </a:r>
            <a:br/>
            <a:r>
              <a:rPr sz="1350" b="1">
                <a:solidFill>
                  <a:srgbClr val="0F172A"/>
                </a:solidFill>
                <a:latin typeface="Apple SD Gothic Neo"/>
              </a:rPr>
              <a:t>“거실 불 켜줘”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688336"/>
            <a:ext cx="59436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56432" y="3977639"/>
            <a:ext cx="1325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2736" y="41056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2736" y="427390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2736" y="44421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2736" y="461040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2736" y="477865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manageable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6672" y="3200400"/>
            <a:ext cx="13258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22976" y="332841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976" y="350824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2976" y="368808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2976" y="386791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2976" y="4047744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976" y="422757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440740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976" y="458724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22976" y="476707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20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heavy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286000"/>
            <a:ext cx="1325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216" y="24140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43216" y="26088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43216" y="28036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216" y="29985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43216" y="31933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43216" y="338820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3216" y="358304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3216" y="377787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3216" y="39727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43216" y="41675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3216" y="43623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43216" y="45572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43216" y="47520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50+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bottleneck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1901952"/>
            <a:ext cx="4114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Tool schema payload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69080" y="2139696"/>
            <a:ext cx="4663440" cy="0"/>
          </a:xfrm>
          <a:prstGeom prst="line">
            <a:avLst/>
          </a:prstGeom>
          <a:ln w="1651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38160" y="1874519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Apple SD Gothic Neo"/>
              </a:rPr>
              <a:t>요청마다 반복 전송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Token cost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Latency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F59E0B"/>
                </a:solidFill>
                <a:latin typeface="Aptos"/>
              </a:rPr>
              <a:t>Context pressure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14032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EA580C"/>
                </a:solidFill>
                <a:latin typeface="Aptos"/>
              </a:rPr>
              <a:t>Provider dependency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60" y="960120"/>
            <a:ext cx="17830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Schema는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기능 설명이지만,</a:t>
            </a:r>
            <a:br/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매 요청마다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반복되면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비용 구조가 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ple SD Gothic Ne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30352"/>
            <a:ext cx="4572000" cy="51206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왜 지금 중요한가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81381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334155"/>
                </a:solidFill>
                <a:latin typeface="Apple SD Gothic Neo"/>
              </a:rPr>
              <a:t>MCP와 agent 환경에서는 “도구 수 증가”가 예외가 아니라 기본 조건이 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2084831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Tool 수의 기본값이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13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5개가 아니라 20개, 50개, 100개 tool을 가진 agent가 자연스러워진다.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17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3227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비용은 한 번이 아니라 step마다 붙는다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56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agent가 plan → tool call → observe를 반복할 때 schema 비용도 같이 반복된다.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60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4370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스키마는 곧 병목이 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도구가 많아질수록 기능 설명보다 prefill·latency·context 압박이 커진다.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55648"/>
            <a:ext cx="42976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Agent step마다 반복되는 schema 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2563EB"/>
                </a:solidFill>
                <a:latin typeface="Aptos"/>
              </a:rPr>
              <a:t>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EA580C"/>
                </a:solidFill>
                <a:latin typeface="Aptos"/>
              </a:rPr>
              <a:t>Read</a:t>
            </a:r>
            <a:br/>
            <a:r>
              <a:rPr sz="1350" b="1">
                <a:solidFill>
                  <a:srgbClr val="EA580C"/>
                </a:solidFill>
                <a:latin typeface="Aptos"/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D9488"/>
                </a:solidFill>
                <a:latin typeface="Aptos"/>
              </a:rPr>
              <a:t>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F59E0B"/>
                </a:solidFill>
                <a:latin typeface="Aptos"/>
              </a:rPr>
              <a:t>Observe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275234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257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973568" y="421538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969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04120" y="2331720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935224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3538728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4142231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02368" y="2761488"/>
            <a:ext cx="283464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85832" y="4892040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EA580C"/>
                </a:solidFill>
                <a:latin typeface="Apple SD Gothic Neo"/>
              </a:rPr>
              <a:t>반복 지불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24728"/>
            <a:ext cx="1056132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900" b="1">
                <a:solidFill>
                  <a:srgbClr val="FFFFFF"/>
                </a:solidFill>
                <a:latin typeface="Apple SD Gothic Neo"/>
              </a:rPr>
              <a:t>도구가 많아지는 순간 tool schema는 기능 설명이 아니라 병목이 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ple SD Gothic Ne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CORE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왜 Compact DSL은 토큰 사용량을 줄이나?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모델에게는 “선택에 필요한 정보”만 읽히고, 실행 계약 검증은 deterministic validator로 옮긴다.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4892040" cy="3063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084831"/>
            <a:ext cx="17830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EA580C"/>
                </a:solidFill>
                <a:latin typeface="Aptos"/>
              </a:rPr>
              <a:t>Native function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32888"/>
            <a:ext cx="397763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F172A"/>
                </a:solidFill>
                <a:latin typeface="Apple SD Gothic Neo"/>
              </a:rPr>
              <a:t>매 tool마다 JSON Schema 구조 반복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2907792"/>
            <a:ext cx="41605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"type": "function",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"function": 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"name": "set_light",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"description": "...",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"parameters": 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"type": "object",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"properties": { ... },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"required": [...],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"additionalProperties": false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}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}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9672" y="1874519"/>
            <a:ext cx="4892040" cy="3063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93992" y="2084831"/>
            <a:ext cx="20116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Compact JSON DSL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532888"/>
            <a:ext cx="3931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F172A"/>
                </a:solidFill>
                <a:latin typeface="Apple SD Gothic Neo"/>
              </a:rPr>
              <a:t>같은 의미를 한 줄 catalog로 압축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907792"/>
            <a:ext cx="41605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- set_light args {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"room": room,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"state": "on"|"off",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"brightness": optional integer 0..100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50992" y="3401568"/>
            <a:ext cx="77724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7296" y="3081528"/>
            <a:ext cx="47548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Apple SD Gothic Neo"/>
              </a:rPr>
              <a:t>압축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EA580C"/>
                </a:solidFill>
                <a:latin typeface="Apple SD Gothic Neo"/>
              </a:rPr>
              <a:t>반복 메타구조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`type`, `properties`, `required` 같은 schema 문구를 줄인다.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0D9488"/>
                </a:solidFill>
                <a:latin typeface="Apple SD Gothic Neo"/>
              </a:rPr>
              <a:t>공통 규칙 압축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enum과 validation rule을 짧은 catalog/rule로 표현한다.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2563EB"/>
                </a:solidFill>
                <a:latin typeface="Apple SD Gothic Neo"/>
              </a:rPr>
              <a:t>검증 책임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모델은 action plan만 만들고 validator가 안전성을 보장한다.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EXPERIMENT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우리가 검증하려는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M1-M3는 정확도, schema scaling, latency를 순서대로 확인한 실험이다.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66928" cy="402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정확도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Compact DSL은 native function calling과 같은 tool-call 의미를 만들 수 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2563EB"/>
                </a:solidFill>
                <a:latin typeface="Aptos"/>
              </a:rPr>
              <a:t>M1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90872" y="2103120"/>
            <a:ext cx="566928" cy="402336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토큰 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Tool 수가 증가할수록 native schema 비용은 얼마나 커지는가?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EA580C"/>
                </a:solidFill>
                <a:latin typeface="Aptos"/>
              </a:rPr>
              <a:t>M2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67344" y="2103120"/>
            <a:ext cx="566928" cy="40233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지연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Token 감소가 실제 latency 개선으로도 이어지는가?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0D9488"/>
                </a:solidFill>
                <a:latin typeface="Aptos"/>
              </a:rPr>
              <a:t>M3 repeat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623560"/>
            <a:ext cx="1046988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550" b="1">
                <a:solidFill>
                  <a:srgbClr val="FFFFFF"/>
                </a:solidFill>
                <a:latin typeface="Apple SD Gothic Neo"/>
              </a:rPr>
              <a:t>핵심 비교 기준은 모델 출력 포맷이 아니라, 최종 normalized ActionPlan이 같은가이다.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비교 대상: Native Function Calling vs Compact 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두 경로 모두 마지막에는 동일한 ActionPlan으로 정규화해 평가한다.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83080"/>
            <a:ext cx="1143000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EA580C"/>
                </a:solidFill>
                <a:latin typeface="Aptos"/>
              </a:rPr>
              <a:t>Native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User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EA580C"/>
                </a:solidFill>
                <a:latin typeface="Apple SD Gothic Neo"/>
              </a:rPr>
              <a:t>Full OpenAI</a:t>
            </a:r>
            <a:br/>
            <a:r>
              <a:rPr sz="1080" b="1">
                <a:solidFill>
                  <a:srgbClr val="EA580C"/>
                </a:solidFill>
                <a:latin typeface="Apple SD Gothic Neo"/>
              </a:rPr>
              <a:t>tool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Qwen native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tool calling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8232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JSON args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ActionPlan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2578608"/>
            <a:ext cx="310896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22191" y="2578608"/>
            <a:ext cx="54864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42432" y="2578608"/>
            <a:ext cx="6400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54112" y="257860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4672" y="3977639"/>
            <a:ext cx="914400" cy="31089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DSL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User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D9488"/>
                </a:solidFill>
                <a:latin typeface="Apple SD Gothic Neo"/>
              </a:rPr>
              <a:t>Compact JSON</a:t>
            </a:r>
            <a:br/>
            <a:r>
              <a:rPr sz="1080" b="1">
                <a:solidFill>
                  <a:srgbClr val="0D9488"/>
                </a:solidFill>
                <a:latin typeface="Apple SD Gothic Neo"/>
              </a:rPr>
              <a:t>DSL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Qwen structured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JSON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DSL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ActionPlan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39696" y="4773168"/>
            <a:ext cx="310896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22191" y="4773168"/>
            <a:ext cx="54864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42432" y="4773168"/>
            <a:ext cx="6400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54112" y="477316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02368" y="2057400"/>
            <a:ext cx="1417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3017520"/>
            <a:ext cx="960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same</a:t>
            </a:r>
            <a:br/>
            <a:r>
              <a:rPr sz="1500" b="1">
                <a:solidFill>
                  <a:srgbClr val="0F172A"/>
                </a:solidFill>
                <a:latin typeface="Aptos"/>
              </a:rPr>
              <a:t>semantic</a:t>
            </a:r>
            <a:br/>
            <a:r>
              <a:rPr sz="1500" b="1">
                <a:solidFill>
                  <a:srgbClr val="0F172A"/>
                </a:solidFill>
                <a:latin typeface="Aptos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806440"/>
            <a:ext cx="8138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34155"/>
                </a:solidFill>
                <a:latin typeface="Apple SD Gothic Neo"/>
              </a:rPr>
              <a:t>Exact match는 room/state/time/scene alias 정규화 이후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DATASET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무엇을 어떻게 평가했나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IoT light control domain에서 deterministic synthetic dataset으로 통제된 비교를 수행했다.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Dataset: 500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set_light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441448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2441448"/>
            <a:ext cx="324612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2404872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schedule_light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916936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2916936"/>
            <a:ext cx="252476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8191" y="2880360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get_light_state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392424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3392424"/>
            <a:ext cx="18034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6832" y="3355848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3931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list_devices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867912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3867912"/>
            <a:ext cx="72136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4791" y="3831336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create_scene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343400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4343400"/>
            <a:ext cx="721360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4791" y="4306824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96128" y="178308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2029968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8736" y="2395728"/>
            <a:ext cx="4480560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syntax_valid_rate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exact_match_rate after normalization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action_match_rate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input/output tokens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latency mean / p50 / p95 / stddev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96128" y="406908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279392"/>
            <a:ext cx="2651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D9488"/>
                </a:solidFill>
                <a:latin typeface="Aptos"/>
              </a:rPr>
              <a:t>Normalization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4736592"/>
            <a:ext cx="4480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334155"/>
                </a:solidFill>
                <a:latin typeface="Apple SD Gothic Neo"/>
              </a:rPr>
              <a:t>“주방” → kitchen     “70%” → 70     “영화 모드” → movie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Language mix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325 / 175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Korean-mixed / English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Rooms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living, bedroom, kitchen...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6631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631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56631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light-control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M1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5-tool baseline: 정확도와 기본 token cost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먼저 가장 작은 IoT light toolset에서 native와 DSL이 같은 의미의 tool call을 만드는지 확인했다.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2926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Toolset: iot_light_5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395728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list_devices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825496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get_light_state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255264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set_light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685032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schedule_light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114800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create_scene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83080"/>
            <a:ext cx="6903720" cy="3310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02996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Qwen API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542032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542032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qwen3.6-plus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935224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DSL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935224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response_format={"type":"json_object"}, thinking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328415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Native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328415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OpenAI-compatible tools, tool_choice="auto"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3721608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721608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50 representative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4114800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Offline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114800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500 prompts with deterministic rules runner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559552"/>
            <a:ext cx="973836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70" b="1">
                <a:solidFill>
                  <a:srgbClr val="FFFFFF"/>
                </a:solidFill>
                <a:latin typeface="Apple SD Gothic Neo"/>
              </a:rPr>
              <a:t>목적: 정확도 손실 없이 compact DSL이 native tool calling보다 입력 토큰을 줄이는지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M2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Schema size만 키운 통제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Prompt 난이도와 정답 분포를 고정하고, tool schema 크기 증가가 token cost에 미치는 영향만 분리했다.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87952" y="1874519"/>
            <a:ext cx="3886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340" b="1">
                <a:solidFill>
                  <a:srgbClr val="0F172A"/>
                </a:solidFill>
                <a:latin typeface="Apple SD Gothic Neo"/>
              </a:rPr>
              <a:t>동일한 500개 IoT light prompts</a:t>
            </a:r>
            <a:br/>
            <a:r>
              <a:rPr sz="1340" b="1">
                <a:solidFill>
                  <a:srgbClr val="0F172A"/>
                </a:solidFill>
                <a:latin typeface="Apple SD Gothic Neo"/>
              </a:rPr>
              <a:t>정답 action은 계속 5종 light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ptos"/>
              </a:rPr>
              <a:t>iot_light_5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5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D9488"/>
                </a:solidFill>
                <a:latin typeface="Aptos"/>
              </a:rPr>
              <a:t>home_iot_20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20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Aptos"/>
              </a:rPr>
              <a:t>smart_home_50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50 tools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2112" y="3886200"/>
            <a:ext cx="1700784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0336" y="3886200"/>
            <a:ext cx="1719072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5166360"/>
            <a:ext cx="5120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67528"/>
            <a:ext cx="5943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ple SD Gothic Neo"/>
              </a:rPr>
              <a:t>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367528"/>
            <a:ext cx="3749039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ple SD Gothic Neo"/>
              </a:rPr>
              <a:t>각 tier에서 DSL path와 Native path를 50건씩 실행해 input/output tokens와 accuracy를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51663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367528"/>
            <a:ext cx="685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Aptos"/>
              </a:rPr>
              <a:t>Caveat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67528"/>
            <a:ext cx="3429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ple SD Gothic Neo"/>
              </a:rPr>
              <a:t>이 실험은 irrelevant tool 증가에 따른 schema 비용 측정이며, 50개 tool 전체 selection 평가는 후속 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M3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Latency 반복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단일 API latency는 노이즈가 커서, 동일 조건을 반복해 평균과 분산을 확인했다.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965960"/>
            <a:ext cx="48006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50 prompts × 5 repeats × 2 paths</a:t>
            </a:r>
            <a:br/>
            <a:r>
              <a:rPr sz="2200" b="1">
                <a:solidFill>
                  <a:srgbClr val="2563EB"/>
                </a:solidFill>
                <a:latin typeface="Aptos"/>
              </a:rPr>
              <a:t>= 500 Qwen API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3675887"/>
            <a:ext cx="4315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13632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tos"/>
              </a:rPr>
              <a:t>DSL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33375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ple SD Gothic Neo"/>
              </a:rPr>
              <a:t>250 latency samples</a:t>
            </a:r>
            <a:br/>
            <a:r>
              <a:rPr sz="1280" b="0">
                <a:solidFill>
                  <a:srgbClr val="334155"/>
                </a:solidFill>
                <a:latin typeface="Apple SD Gothic Neo"/>
              </a:rPr>
              <a:t>Compact catalog + structured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675887"/>
            <a:ext cx="4315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3913632"/>
            <a:ext cx="1554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Aptos"/>
              </a:rPr>
              <a:t>Native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4343400"/>
            <a:ext cx="34290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ple SD Gothic Neo"/>
              </a:rPr>
              <a:t>250 latency samples</a:t>
            </a:r>
            <a:br/>
            <a:r>
              <a:rPr sz="1280" b="0">
                <a:solidFill>
                  <a:srgbClr val="334155"/>
                </a:solidFill>
                <a:latin typeface="Apple SD Gothic Neo"/>
              </a:rPr>
              <a:t>Full tool schema + native tool calling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4334256"/>
            <a:ext cx="50292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5641848"/>
            <a:ext cx="9802368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50" b="1">
                <a:solidFill>
                  <a:srgbClr val="FFFFFF"/>
                </a:solidFill>
                <a:latin typeface="Apple SD Gothic Neo"/>
              </a:rPr>
              <a:t>각 case는 5회 모두 expected ActionPlan과 일치해야 exact_match로 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5-tool baseline: 정확도 유지 + token 절감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동일한 50건 sample에서 DSL과 native 모두 정확도를 유지했고, DSL은 입력 토큰을 약 절반 줄였다.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DSL exact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/ 50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382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Native exact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/ 50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3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Input token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3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46.0%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3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Native 대비 DSL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Total token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45.9%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Native 대비 DSL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3200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Input tokens / 50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Native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160520"/>
            <a:ext cx="566928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4160520"/>
            <a:ext cx="5669280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123944"/>
            <a:ext cx="1188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40,307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360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DSL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864608"/>
            <a:ext cx="566928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864608"/>
            <a:ext cx="306017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6488" y="4828032"/>
            <a:ext cx="1188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21,757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0688" y="3749039"/>
            <a:ext cx="33375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4005072"/>
            <a:ext cx="685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ple SD Gothic Neo"/>
              </a:rPr>
              <a:t>해석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4407408"/>
            <a:ext cx="2697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작은 5-tool 조건에서도 full schema 전달 비용은 이미 크다. Compact DSL은 정확도 손실 없이 이 비용을 낮췄다.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Tool 수가 늘수록 native schema 비용이 급증한다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같은 50개 user prompt를 처리했을 뿐인데, native input token은 5 tools에서 50 tools로 약 5.7배 증가했다.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30175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Input tokens / 50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96312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5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2505456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19" y="2505456"/>
            <a:ext cx="935912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432303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41,507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779775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2779775"/>
            <a:ext cx="513131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706623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22,757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20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3200400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19" y="3200400"/>
            <a:ext cx="2462433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127248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109,207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474720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3474720"/>
            <a:ext cx="922383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401568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40,907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50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3895344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19" y="3895344"/>
            <a:ext cx="5303520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822191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235,207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169663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4169663"/>
            <a:ext cx="166986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096511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74,057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1938528"/>
            <a:ext cx="2148840" cy="187451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219456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Aptos"/>
              </a:rPr>
              <a:t>Native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542032"/>
            <a:ext cx="16002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ptos"/>
              </a:rPr>
              <a:t>41K → 235K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999232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A580C"/>
                </a:solidFill>
                <a:latin typeface="Apple SD Gothic Neo"/>
              </a:rPr>
              <a:t>약 5.7x 증가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4133087"/>
            <a:ext cx="214884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435254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Aptos"/>
              </a:rPr>
              <a:t>DSL saving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700016"/>
            <a:ext cx="1691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45.2% → 68.5%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5760720"/>
            <a:ext cx="10222992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20" b="1">
                <a:solidFill>
                  <a:srgbClr val="FFFFFF"/>
                </a:solidFill>
                <a:latin typeface="Apple SD Gothic Neo"/>
              </a:rPr>
              <a:t>Function calling은 사용하지 않는 tool schema도 매 요청마다 context에 포함한다.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M3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Token 감소는 latency 개선 신호로 이어졌다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50 prompts × 5 repeats 기준, DSL path는 native보다 평균 19.0% 빠르고 분산도 낮았다.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Mean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4144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670048"/>
            <a:ext cx="50292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2670048"/>
            <a:ext cx="5029200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2633472"/>
            <a:ext cx="11887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1,782.29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735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DSL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502152"/>
            <a:ext cx="50292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3502152"/>
            <a:ext cx="4071775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8087" y="3465576"/>
            <a:ext cx="11887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1,442.99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084831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212848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Mean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450591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19.0%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798063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DSL faster than 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47504" y="2084831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2212848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Stddev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2450591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24.5%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6" y="2798063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more stable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34747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6027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Samples /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3840480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1879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prompts × 5 repeats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47504" y="34747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2096" y="36027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Exact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3840480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100% / 98%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41879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DSL / Native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5193792"/>
            <a:ext cx="1046988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해석: 입력 token이 줄면 prefill 비용이 줄고, tool-calling 후처리 부담도 낮아질 가능성이 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M1-M3 중간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Compact DSL은 tool calling을 대체한다기보다, schema 전달 비용을 줄이는 adapter layer로 가능성을 보였다.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74519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5" y="2084831"/>
            <a:ext cx="40233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20824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정확도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313432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5-tool baseline에서 DSL path는 native와 같은 수준의 exact match를 달성했다.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0087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415" y="3200399"/>
            <a:ext cx="402336" cy="329184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36391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Schema scaling에 강함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428999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도구 수가 5 → 50으로 늘수록 native 대비 input token 절감률은 45.2% → 68.5%로 확대됐다.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105656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2415" y="4315968"/>
            <a:ext cx="402336" cy="32918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425196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Latency 개선 신호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544568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반복 측정에서 DSL path는 평균 latency 19.0% 개선, stddev 24.5% 감소를 보였다.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874519"/>
            <a:ext cx="4160520" cy="3063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48840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ple SD Gothic Neo"/>
              </a:rPr>
              <a:t>다음 검증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33472"/>
            <a:ext cx="3429000" cy="1417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20/50개 tool 전체 action selection dataset 추가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MCP tool schema → DSL catalog 자동 생성 prototype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adversarial / multi-call case로 repair loop 재검증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API raw artifact 저장으로 재현성 보강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760720"/>
            <a:ext cx="10222992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40" b="1">
                <a:solidFill>
                  <a:srgbClr val="FFFFFF"/>
                </a:solidFill>
                <a:latin typeface="Apple SD Gothic Neo"/>
              </a:rPr>
              <a:t>요약: 도구가 많아질수록 “짧은 IR + deterministic validator”의 구조적 이점이 커진다.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